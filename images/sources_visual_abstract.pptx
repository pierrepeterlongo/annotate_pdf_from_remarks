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6ED30C-4824-5635-0777-EE99FCFBB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07989A2-AFFE-CBE8-814B-B274C86AF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101B42-4246-9887-2509-D3D994FA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91AB2-E8DA-5645-A5B0-C45CBC8AD449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D6EDEC-6C1B-4C5F-39C8-7D8EF918E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4500CF-A3CD-E2E2-E4A9-24AF7DA79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B9C3-6060-6449-AACA-4A40E21BD3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84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3AB7C6-8299-4BA5-01D1-F64767B00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E255BC-E658-B63A-B4B0-DAA407DBA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FCEE37-1CA7-33D4-AEC6-4D4C0C7A0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91AB2-E8DA-5645-A5B0-C45CBC8AD449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6310D-A65B-A8F0-A501-3D57CBE4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8275A5-5CA1-7997-14D1-C412AF297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B9C3-6060-6449-AACA-4A40E21BD3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23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9B266E-CD63-ADF3-942F-442FC8413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C22AC95-42AF-F324-ACE3-681339901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64E064-EB1C-A889-A6C4-8012064FA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91AB2-E8DA-5645-A5B0-C45CBC8AD449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841276-7344-47E1-687E-D9A75A983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90DD63-9A40-49DF-FC83-7993D351A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B9C3-6060-6449-AACA-4A40E21BD3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F02DA0-4375-76F1-0DAD-9BC8815E5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27E6E5-C44E-7AA2-3075-F7E7F3549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642C6CD-56A2-703C-3E28-4C6162A59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8433371-B160-4EF5-0996-D2822E330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91AB2-E8DA-5645-A5B0-C45CBC8AD449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B67BE0-A784-74D7-0BE0-9EEE6925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099E4D-7A63-B72D-FA23-989C6E2FB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B9C3-6060-6449-AACA-4A40E21BD3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94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38301C-3EE1-4475-49F6-D4237A2D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C6D4B1-D038-884B-36DB-6B0A5F713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0ED6BA-684E-9509-7B7B-9B50C26E7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904EDC2-71BE-321F-F5AA-D25EC1AE9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32C90A3-7673-02C3-B107-422D23757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E7C8D43-8D6A-843D-C674-A7D1912B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91AB2-E8DA-5645-A5B0-C45CBC8AD449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FC0D78C-FCF2-22DF-D31B-FC48927C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57DC635-FF7C-D504-4F1E-B4FF3FFD7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B9C3-6060-6449-AACA-4A40E21BD3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15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148ABD-589B-8EF8-3B07-8AAF95BFD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8B8F529-A534-BC71-FCF3-04F2958A0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91AB2-E8DA-5645-A5B0-C45CBC8AD449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D05BDD9-748D-B7FF-D962-4299A05F7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E78CF4-692B-7A15-65AF-AD7550789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B9C3-6060-6449-AACA-4A40E21BD3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86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1A8EBDD-FB62-D457-62B1-4AC5E1558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91AB2-E8DA-5645-A5B0-C45CBC8AD449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3220FE6-4537-1C80-9E73-F3954FA80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4A0CC0-B9AB-1CAE-22E6-4A7E1D2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B9C3-6060-6449-AACA-4A40E21BD3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11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AFFDD6-4963-BAEA-93C0-1C61595EB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600EF4-A965-F178-9292-1733A1E24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C3F847-11E7-F0CC-0CEA-E9FECB007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C9E2329-7192-7512-C3D4-A2FF45210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91AB2-E8DA-5645-A5B0-C45CBC8AD449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0DE67EB-4949-E0B3-A7E3-B0FBFC17A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4431F2-BE03-FFE7-106F-157F960FF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B9C3-6060-6449-AACA-4A40E21BD3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6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EE2691-CBAD-7FFC-DB2E-1C9D05790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656A947-050F-DFCF-937B-1207CC212A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8B9D2E-3ED7-F765-DA41-6B162A51C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ED53C0-CA8A-EB57-4992-F24CD2602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91AB2-E8DA-5645-A5B0-C45CBC8AD449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4653E2-6470-37D4-6CF0-BF0AF260B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65BD0A-444A-87E0-2507-9E3F3384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B9C3-6060-6449-AACA-4A40E21BD3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403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C1897-837B-3C62-E519-BD90C99C1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5D92CA5-5D38-D894-A11D-042306594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587AD4-BE4E-4952-151F-A066234DB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91AB2-E8DA-5645-A5B0-C45CBC8AD449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197AC8-9C78-C576-C3BD-D37597A87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DF5614-A568-1EFF-E596-6D17998BD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B9C3-6060-6449-AACA-4A40E21BD3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17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71C8FB9-2E6B-8F71-2743-25E90E145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9A825A4-E872-439E-0975-56443D038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9EF618-997F-758D-2266-29F914F94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91AB2-E8DA-5645-A5B0-C45CBC8AD449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BE87B7-9C3B-FE5F-6425-987B977CA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ED2EE4-B566-1DB9-3D45-AF935620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B9C3-6060-6449-AACA-4A40E21BD3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1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5013CD6-3FF5-14C2-36C9-3381887F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077AD8-FE58-7CE7-790D-32B7681B7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C168F1-7195-E6BB-E31D-6929E3B986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91AB2-E8DA-5645-A5B0-C45CBC8AD449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70705B-DB27-1C98-D6E1-984A4465A3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2A545D-71D5-1DE7-2BFC-8440205DF7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FB9C3-6060-6449-AACA-4A40E21BD3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1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>
            <a:extLst>
              <a:ext uri="{FF2B5EF4-FFF2-40B4-BE49-F238E27FC236}">
                <a16:creationId xmlns:a16="http://schemas.microsoft.com/office/drawing/2014/main" id="{29253A1A-7DCC-4322-90FF-5089D25CF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799" y="671977"/>
            <a:ext cx="4076700" cy="1257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B9EE616-394C-9AB9-3E73-1939F27AC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127" y="2756171"/>
            <a:ext cx="4316044" cy="37991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78BB8BCA-3A58-081F-142F-920488EEC162}"/>
              </a:ext>
            </a:extLst>
          </p:cNvPr>
          <p:cNvSpPr txBox="1"/>
          <p:nvPr/>
        </p:nvSpPr>
        <p:spPr>
          <a:xfrm>
            <a:off x="6402088" y="2218665"/>
            <a:ext cx="2309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1">
                <a:solidFill>
                  <a:schemeClr val="accent1"/>
                </a:solidFill>
              </a:rPr>
              <a:t>Output: annotated pdf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2E29B25-4F36-FFB1-C171-3D42B5542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88" y="1662969"/>
            <a:ext cx="5008532" cy="26260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A9C1AF1-AC18-9B7F-C00D-EA4ED7B8D71A}"/>
              </a:ext>
            </a:extLst>
          </p:cNvPr>
          <p:cNvSpPr txBox="1"/>
          <p:nvPr/>
        </p:nvSpPr>
        <p:spPr>
          <a:xfrm>
            <a:off x="2945934" y="4208106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noProof="1"/>
              <a:t>+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CC6E973-91EF-C311-2F74-59D9535C4241}"/>
              </a:ext>
            </a:extLst>
          </p:cNvPr>
          <p:cNvSpPr txBox="1"/>
          <p:nvPr/>
        </p:nvSpPr>
        <p:spPr>
          <a:xfrm>
            <a:off x="1402948" y="1223682"/>
            <a:ext cx="3576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1"/>
              <a:t>ORIGINAL PDF WITH LINE NUMBERS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00C1FC6-6902-C989-E893-B671FC5403D9}"/>
              </a:ext>
            </a:extLst>
          </p:cNvPr>
          <p:cNvSpPr txBox="1"/>
          <p:nvPr/>
        </p:nvSpPr>
        <p:spPr>
          <a:xfrm>
            <a:off x="2224583" y="4859825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1"/>
              <a:t>REMARK TEXT FILE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79830B3-7739-FC5B-6705-3430AA2DC47B}"/>
              </a:ext>
            </a:extLst>
          </p:cNvPr>
          <p:cNvSpPr txBox="1"/>
          <p:nvPr/>
        </p:nvSpPr>
        <p:spPr>
          <a:xfrm>
            <a:off x="1109301" y="5209699"/>
            <a:ext cx="4164106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noProof="1">
                <a:latin typeface="Monaco" pitchFamily="2" charset="77"/>
              </a:rPr>
              <a:t>l5: the abstract is empty</a:t>
            </a:r>
          </a:p>
          <a:p>
            <a:r>
              <a:rPr lang="fr-FR" noProof="1">
                <a:latin typeface="Monaco" pitchFamily="2" charset="77"/>
              </a:rPr>
              <a:t>find:"Figure 1": Why a frog?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C21E9A7-2C66-7650-71D3-49F536877988}"/>
              </a:ext>
            </a:extLst>
          </p:cNvPr>
          <p:cNvSpPr txBox="1"/>
          <p:nvPr/>
        </p:nvSpPr>
        <p:spPr>
          <a:xfrm>
            <a:off x="6831556" y="302645"/>
            <a:ext cx="4466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1">
                <a:solidFill>
                  <a:schemeClr val="accent1"/>
                </a:solidFill>
              </a:rPr>
              <a:t>Run </a:t>
            </a:r>
            <a:r>
              <a:rPr lang="fr-FR" noProof="1">
                <a:solidFill>
                  <a:schemeClr val="accent1"/>
                </a:solidFill>
                <a:latin typeface="Monaco" pitchFamily="2" charset="77"/>
              </a:rPr>
              <a:t>annotate_pdf_from_md_remarks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87E6E6-C417-DB65-F5CD-4B5AF727352D}"/>
              </a:ext>
            </a:extLst>
          </p:cNvPr>
          <p:cNvSpPr/>
          <p:nvPr/>
        </p:nvSpPr>
        <p:spPr>
          <a:xfrm>
            <a:off x="333854" y="1223682"/>
            <a:ext cx="5715000" cy="4854388"/>
          </a:xfrm>
          <a:prstGeom prst="rect">
            <a:avLst/>
          </a:prstGeom>
          <a:solidFill>
            <a:schemeClr val="accent1">
              <a:alpha val="1187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1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8F7C50C-3A0E-CB21-9C26-1AF545B1E257}"/>
              </a:ext>
            </a:extLst>
          </p:cNvPr>
          <p:cNvSpPr txBox="1"/>
          <p:nvPr/>
        </p:nvSpPr>
        <p:spPr>
          <a:xfrm>
            <a:off x="336176" y="900953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1">
                <a:solidFill>
                  <a:schemeClr val="accent1"/>
                </a:solidFill>
              </a:rPr>
              <a:t>Input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6FEB14-AC15-9A9E-4806-5B2489150543}"/>
              </a:ext>
            </a:extLst>
          </p:cNvPr>
          <p:cNvSpPr/>
          <p:nvPr/>
        </p:nvSpPr>
        <p:spPr>
          <a:xfrm>
            <a:off x="6402088" y="2611909"/>
            <a:ext cx="5102824" cy="4111620"/>
          </a:xfrm>
          <a:prstGeom prst="rect">
            <a:avLst/>
          </a:prstGeom>
          <a:solidFill>
            <a:schemeClr val="accent1">
              <a:alpha val="1187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172431944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39</Words>
  <Application>Microsoft Macintosh PowerPoint</Application>
  <PresentationFormat>Grand écran</PresentationFormat>
  <Paragraphs>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Monaco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Pierre Peterlongo</dc:creator>
  <cp:lastModifiedBy>Pierre Peterlongo</cp:lastModifiedBy>
  <cp:revision>1</cp:revision>
  <dcterms:created xsi:type="dcterms:W3CDTF">2026-07-08T08:57:11Z</dcterms:created>
  <dcterms:modified xsi:type="dcterms:W3CDTF">2026-07-08T09:11:48Z</dcterms:modified>
</cp:coreProperties>
</file>